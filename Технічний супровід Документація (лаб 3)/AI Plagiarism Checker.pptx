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555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449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793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70936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9448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121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095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1580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245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688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1330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uk-UA" smtClean="0"/>
              <a:t>Редагувати стиль зразка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0591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1387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981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8004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9989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054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F24280-14B7-4CC6-B83C-DB1A84A5BC74}" type="datetimeFigureOut">
              <a:rPr lang="uk-UA" smtClean="0"/>
              <a:t>29.04.2026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204C4-5EB3-4851-B246-4734AB9135C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5485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0307" y="74705"/>
            <a:ext cx="8825658" cy="3329581"/>
          </a:xfrm>
        </p:spPr>
        <p:txBody>
          <a:bodyPr/>
          <a:lstStyle/>
          <a:p>
            <a:r>
              <a:rPr lang="en-US" dirty="0" smtClean="0"/>
              <a:t>AI Plagiarism Checker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437503" y="3404286"/>
            <a:ext cx="9144000" cy="3453714"/>
          </a:xfrm>
        </p:spPr>
        <p:txBody>
          <a:bodyPr>
            <a:normAutofit/>
          </a:bodyPr>
          <a:lstStyle/>
          <a:p>
            <a:r>
              <a:rPr lang="ru-RU" dirty="0" err="1" smtClean="0"/>
              <a:t>Інтелектуальна</a:t>
            </a:r>
            <a:r>
              <a:rPr lang="ru-RU" dirty="0" smtClean="0"/>
              <a:t> система </a:t>
            </a:r>
            <a:r>
              <a:rPr lang="ru-RU" dirty="0" err="1" smtClean="0"/>
              <a:t>аналізу</a:t>
            </a:r>
            <a:r>
              <a:rPr lang="ru-RU" dirty="0" smtClean="0"/>
              <a:t> та </a:t>
            </a:r>
            <a:r>
              <a:rPr lang="ru-RU" dirty="0" err="1" smtClean="0"/>
              <a:t>захисту</a:t>
            </a:r>
            <a:r>
              <a:rPr lang="ru-RU" dirty="0" smtClean="0"/>
              <a:t> </a:t>
            </a:r>
            <a:r>
              <a:rPr lang="ru-RU" dirty="0" err="1" smtClean="0"/>
              <a:t>академічної</a:t>
            </a:r>
            <a:r>
              <a:rPr lang="ru-RU" dirty="0" smtClean="0"/>
              <a:t> </a:t>
            </a:r>
            <a:r>
              <a:rPr lang="ru-RU" dirty="0" err="1" smtClean="0"/>
              <a:t>доброчесності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err="1" smtClean="0"/>
              <a:t>Виконав</a:t>
            </a:r>
            <a:r>
              <a:rPr lang="ru-RU" dirty="0" smtClean="0"/>
              <a:t> студент </a:t>
            </a:r>
            <a:r>
              <a:rPr lang="ru-RU" dirty="0" err="1" smtClean="0"/>
              <a:t>спеціальності</a:t>
            </a:r>
            <a:r>
              <a:rPr lang="ru-RU" dirty="0" smtClean="0"/>
              <a:t> 121</a:t>
            </a:r>
          </a:p>
          <a:p>
            <a:r>
              <a:rPr lang="ru-RU" dirty="0" smtClean="0"/>
              <a:t> </a:t>
            </a:r>
            <a:r>
              <a:rPr lang="ru-RU" dirty="0" err="1" smtClean="0"/>
              <a:t>Інженерія</a:t>
            </a:r>
            <a:r>
              <a:rPr lang="ru-RU" dirty="0" smtClean="0"/>
              <a:t> </a:t>
            </a:r>
            <a:r>
              <a:rPr lang="ru-RU" dirty="0" err="1" smtClean="0"/>
              <a:t>програмного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,</a:t>
            </a:r>
          </a:p>
          <a:p>
            <a:r>
              <a:rPr lang="ru-RU" dirty="0" smtClean="0"/>
              <a:t> Баш Роман </a:t>
            </a:r>
            <a:r>
              <a:rPr lang="ru-RU" dirty="0" err="1" smtClean="0"/>
              <a:t>Олександрович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6218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Проблема та потреби користувача</a:t>
            </a:r>
            <a:br>
              <a:rPr lang="uk-UA" dirty="0" smtClean="0"/>
            </a:br>
            <a:r>
              <a:rPr lang="uk-UA" dirty="0" smtClean="0"/>
              <a:t>Виклики сучасної освіти</a:t>
            </a:r>
            <a:endParaRPr lang="uk-U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68828" y="2450346"/>
            <a:ext cx="1165434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Стрімке зростання обсягів цифрового контенту та академічних робіт.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Неможливість ефективної ручної перевірки великих масивів тексту.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Низька ефективність стандартних фільтрів (пошук лише прямих збігів).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Ризики репутаційних втрат для навчальних закладів через пропущений плагіат.</a:t>
            </a:r>
          </a:p>
        </p:txBody>
      </p:sp>
    </p:spTree>
    <p:extLst>
      <p:ext uri="{BB962C8B-B14F-4D97-AF65-F5344CB8AC3E}">
        <p14:creationId xmlns:p14="http://schemas.microsoft.com/office/powerpoint/2010/main" val="245325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Програмне вирішення (</a:t>
            </a:r>
            <a:r>
              <a:rPr lang="en-US" dirty="0" smtClean="0"/>
              <a:t>AI-Core)</a:t>
            </a:r>
            <a:endParaRPr lang="uk-U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5809" y="1690688"/>
            <a:ext cx="1114696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Автоматизація процесу порівняння текстів на базі локального веб-сервера (Node.js).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Використання математичної моделі </a:t>
            </a: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TF-IDF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Term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Inverse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Розрахунок </a:t>
            </a:r>
            <a:r>
              <a:rPr kumimoji="0" lang="uk-UA" altLang="uk-UA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косинусної</a:t>
            </a: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міри подібності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для порівняння векторних представлень текстів.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Фільтрація "шуму" (стоп-слів) для фокусування на змістовному ядрі документа.</a:t>
            </a:r>
          </a:p>
        </p:txBody>
      </p:sp>
    </p:spTree>
    <p:extLst>
      <p:ext uri="{BB962C8B-B14F-4D97-AF65-F5344CB8AC3E}">
        <p14:creationId xmlns:p14="http://schemas.microsoft.com/office/powerpoint/2010/main" val="161029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Чому</a:t>
            </a:r>
            <a:r>
              <a:rPr lang="ru-RU" dirty="0" smtClean="0"/>
              <a:t> </a:t>
            </a:r>
            <a:r>
              <a:rPr lang="ru-RU" dirty="0" err="1" smtClean="0"/>
              <a:t>варто</a:t>
            </a:r>
            <a:r>
              <a:rPr lang="ru-RU" dirty="0" smtClean="0"/>
              <a:t> обрати </a:t>
            </a:r>
            <a:r>
              <a:rPr lang="ru-RU" dirty="0" err="1" smtClean="0"/>
              <a:t>цю</a:t>
            </a:r>
            <a:r>
              <a:rPr lang="ru-RU" dirty="0" smtClean="0"/>
              <a:t> систему?</a:t>
            </a:r>
            <a:endParaRPr lang="uk-U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63245" y="1690688"/>
            <a:ext cx="1069055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Швидкість: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Миттєва обробка файлів без черг (на відміну від хмарних аналогів).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Конфіденційність: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Локальне зберігання. Дані не передаються на сторонні сервери.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Гнучкість: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Налаштування шляхів та бази через конфігураційний файл 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config.json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Прозорість: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Автоматичне ведення системного журналу (app.log) та генерація звітів (report.txt).</a:t>
            </a:r>
          </a:p>
        </p:txBody>
      </p:sp>
    </p:spTree>
    <p:extLst>
      <p:ext uri="{BB962C8B-B14F-4D97-AF65-F5344CB8AC3E}">
        <p14:creationId xmlns:p14="http://schemas.microsoft.com/office/powerpoint/2010/main" val="420014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Економічна та технічна ефективність</a:t>
            </a:r>
            <a:endParaRPr lang="uk-U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5843" y="1853248"/>
            <a:ext cx="1122199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Вартість впровадження: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 грн (розроблено на базі відкритого ПЗ).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Апаратні ресурси: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Мінімальні. Процесор від 1 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ГГц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від 512 МБ ОЗП.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Підготовка кадрів: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Не потрібна. Інтуїтивно зрозумілий веб-інтерфейс</a:t>
            </a:r>
            <a:endParaRPr kumimoji="0" lang="en-US" altLang="uk-UA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(завантажив -&gt; отримав результат).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Оновлення: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Відбувається шляхом завантаження нової версії з </a:t>
            </a:r>
            <a:r>
              <a:rPr kumimoji="0" lang="uk-UA" altLang="uk-UA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Git-репозиторію</a:t>
            </a:r>
            <a:r>
              <a:rPr kumimoji="0" lang="uk-UA" altLang="uk-UA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424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Дякую за увагу!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Система готова до </a:t>
            </a:r>
            <a:r>
              <a:rPr lang="ru-RU" dirty="0" err="1" smtClean="0"/>
              <a:t>інтеграції</a:t>
            </a:r>
            <a:r>
              <a:rPr lang="ru-RU" dirty="0" smtClean="0"/>
              <a:t> в </a:t>
            </a:r>
            <a:r>
              <a:rPr lang="ru-RU" dirty="0" err="1" smtClean="0"/>
              <a:t>освітній</a:t>
            </a:r>
            <a:r>
              <a:rPr lang="ru-RU" dirty="0" smtClean="0"/>
              <a:t> </a:t>
            </a:r>
            <a:r>
              <a:rPr lang="ru-RU" dirty="0" err="1" smtClean="0"/>
              <a:t>процес</a:t>
            </a:r>
            <a:r>
              <a:rPr lang="ru-RU" dirty="0" smtClean="0"/>
              <a:t>.</a:t>
            </a:r>
          </a:p>
          <a:p>
            <a:r>
              <a:rPr lang="ru-RU" i="1" dirty="0" err="1" smtClean="0"/>
              <a:t>Контакти</a:t>
            </a:r>
            <a:r>
              <a:rPr lang="ru-RU" i="1" dirty="0" smtClean="0"/>
              <a:t>:</a:t>
            </a:r>
            <a:r>
              <a:rPr lang="ru-RU" dirty="0" smtClean="0"/>
              <a:t> </a:t>
            </a:r>
            <a:r>
              <a:rPr lang="ru-RU" dirty="0" err="1" smtClean="0"/>
              <a:t>Посилання</a:t>
            </a:r>
            <a:r>
              <a:rPr lang="ru-RU" dirty="0" smtClean="0"/>
              <a:t> на </a:t>
            </a:r>
            <a:r>
              <a:rPr lang="ru-RU" dirty="0" err="1" smtClean="0"/>
              <a:t>GitHub-репозиторій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62275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он">
  <a:themeElements>
    <a:clrScheme name="І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І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І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248</Words>
  <Application>Microsoft Office PowerPoint</Application>
  <PresentationFormat>Широкий екран</PresentationFormat>
  <Paragraphs>31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Іон</vt:lpstr>
      <vt:lpstr>AI Plagiarism Checker</vt:lpstr>
      <vt:lpstr>Проблема та потреби користувача Виклики сучасної освіти</vt:lpstr>
      <vt:lpstr>Програмне вирішення (AI-Core)</vt:lpstr>
      <vt:lpstr>Чому варто обрати цю систему?</vt:lpstr>
      <vt:lpstr>Економічна та технічна ефективність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Plagiarism Checker</dc:title>
  <dc:creator>tradermack1000625@gmail.com</dc:creator>
  <cp:lastModifiedBy>tradermack1000625@gmail.com</cp:lastModifiedBy>
  <cp:revision>2</cp:revision>
  <dcterms:created xsi:type="dcterms:W3CDTF">2026-04-29T05:26:25Z</dcterms:created>
  <dcterms:modified xsi:type="dcterms:W3CDTF">2026-04-29T05:35:32Z</dcterms:modified>
</cp:coreProperties>
</file>